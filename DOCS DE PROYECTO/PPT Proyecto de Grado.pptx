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5" r:id="rId3"/>
    <p:sldId id="266" r:id="rId4"/>
    <p:sldId id="267" r:id="rId5"/>
    <p:sldId id="268" r:id="rId6"/>
    <p:sldId id="272" r:id="rId7"/>
    <p:sldId id="269" r:id="rId8"/>
    <p:sldId id="271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7652"/>
  </p:normalViewPr>
  <p:slideViewPr>
    <p:cSldViewPr snapToGrid="0" snapToObjects="1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0" d="100"/>
          <a:sy n="150" d="100"/>
        </p:scale>
        <p:origin x="23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ACHO VALENCIA CARLOS DANIEL" userId="b2f776bc-a81b-4c88-bbd5-4d93caf6827a" providerId="ADAL" clId="{2BD3AA81-4074-435C-BEED-4BCB4BB15197}"/>
    <pc:docChg chg="modSld">
      <pc:chgData name="CAMACHO VALENCIA CARLOS DANIEL" userId="b2f776bc-a81b-4c88-bbd5-4d93caf6827a" providerId="ADAL" clId="{2BD3AA81-4074-435C-BEED-4BCB4BB15197}" dt="2025-11-10T23:50:23.950" v="0" actId="14100"/>
      <pc:docMkLst>
        <pc:docMk/>
      </pc:docMkLst>
      <pc:sldChg chg="modSp mod">
        <pc:chgData name="CAMACHO VALENCIA CARLOS DANIEL" userId="b2f776bc-a81b-4c88-bbd5-4d93caf6827a" providerId="ADAL" clId="{2BD3AA81-4074-435C-BEED-4BCB4BB15197}" dt="2025-11-10T23:50:23.950" v="0" actId="14100"/>
        <pc:sldMkLst>
          <pc:docMk/>
          <pc:sldMk cId="2212969739" sldId="267"/>
        </pc:sldMkLst>
        <pc:picChg chg="mod">
          <ac:chgData name="CAMACHO VALENCIA CARLOS DANIEL" userId="b2f776bc-a81b-4c88-bbd5-4d93caf6827a" providerId="ADAL" clId="{2BD3AA81-4074-435C-BEED-4BCB4BB15197}" dt="2025-11-10T23:50:23.950" v="0" actId="14100"/>
          <ac:picMkLst>
            <pc:docMk/>
            <pc:sldMk cId="2212969739" sldId="267"/>
            <ac:picMk id="6" creationId="{62370CEE-00AB-DB0F-32A9-AB463CF57B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0BC47-72CD-BC43-A893-9B2CDD6D62DF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04DA4-E942-2747-A00B-6AF88B8B67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172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FD872-157F-764F-87BC-6AB52815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3C7884-A1E5-B144-9408-0D9770B6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289B5C-B980-F84D-8815-0C3777C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85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9D3A3-71B7-474D-B230-6C9ACC25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032" y="929148"/>
            <a:ext cx="7772402" cy="3097162"/>
          </a:xfrm>
        </p:spPr>
        <p:txBody>
          <a:bodyPr anchor="ctr">
            <a:noAutofit/>
          </a:bodyPr>
          <a:lstStyle>
            <a:lvl1pPr marL="0" indent="0" algn="ctr">
              <a:lnSpc>
                <a:spcPts val="4580"/>
              </a:lnSpc>
              <a:buFont typeface="+mj-lt"/>
              <a:buNone/>
              <a:defRPr sz="5400" b="1">
                <a:solidFill>
                  <a:srgbClr val="274F99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1C9D1-98E6-BB4E-9C5F-9B7DD4DE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032" y="4193628"/>
            <a:ext cx="7772402" cy="216272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7572FB-22AD-264F-A1BC-6F8F6174D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4EBE59-F577-8A47-A3C1-DAE5EF5E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C9E1A-FB4A-6740-B1AD-EBCDB3F8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364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6FC5C-2605-CF40-99FE-4DE59CA5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9649"/>
            <a:ext cx="10515600" cy="989216"/>
          </a:xfrm>
        </p:spPr>
        <p:txBody>
          <a:bodyPr anchor="ctr">
            <a:no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FE8DC0-2C28-DE40-9839-76FE49E3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25037"/>
            <a:ext cx="10515600" cy="408258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35722-DDF6-9D49-8B73-286AE598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4E019-3598-5C42-9E86-026AC62E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3065D0-44C6-EC48-AEEF-C75E9495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174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650EC-F419-894F-A3F8-8D769A42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 b="1">
                <a:solidFill>
                  <a:srgbClr val="274F99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1E3C56-57E0-8340-8681-35934062A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17291"/>
            <a:ext cx="5181600" cy="3846718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54634F-C845-E043-BE69-C87F1F27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E8DDF1-08A1-7E4E-B5BA-19FC76B6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66FF6-22A7-6B4B-8217-BD67E945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7C18F7ED-CC0B-C540-BF33-13E819D8FF1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0" y="1917291"/>
            <a:ext cx="5181600" cy="3846718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107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9A15BE-E350-E24F-A8DC-B261BAC0E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73794" y="634027"/>
            <a:ext cx="7181594" cy="823912"/>
          </a:xfrm>
        </p:spPr>
        <p:txBody>
          <a:bodyPr anchor="ctr">
            <a:normAutofit/>
          </a:bodyPr>
          <a:lstStyle>
            <a:lvl1pPr marL="0" indent="0">
              <a:buNone/>
              <a:defRPr sz="3600" b="1">
                <a:solidFill>
                  <a:srgbClr val="274F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248808-5732-D04E-B62F-E6471DA0D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3794" y="1666568"/>
            <a:ext cx="7181594" cy="452309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EC0C8A-2CCB-2442-9BC6-DA3C1CA3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F71B12-E339-7B4B-A2FA-C0FF20A0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B6834F-8785-7944-B40F-23754D52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3369714F-CFAB-9E44-AF34-5A0C828BE1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8015" y="1666569"/>
            <a:ext cx="3153102" cy="40246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C84624F-1701-8A40-A753-43680CF58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0663" y="633413"/>
            <a:ext cx="3232150" cy="8239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2892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B64BB4-717B-0440-9050-AF8493A7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8BF82A-2C68-BF4A-B357-99306419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F0A1A0-DFEB-9D4E-B485-147D98E4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DFE00833-ADAB-F64F-9E78-80F4FE8E2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634027"/>
            <a:ext cx="7181594" cy="823912"/>
          </a:xfrm>
        </p:spPr>
        <p:txBody>
          <a:bodyPr anchor="ctr">
            <a:normAutofit/>
          </a:bodyPr>
          <a:lstStyle>
            <a:lvl1pPr marL="0" indent="0">
              <a:buNone/>
              <a:defRPr sz="3600" b="1">
                <a:solidFill>
                  <a:srgbClr val="274F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76AE1549-7569-3E41-852F-83D97253D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666568"/>
            <a:ext cx="7181594" cy="452309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497E5C3-E479-F142-B5A2-8F601E706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43963" y="1666567"/>
            <a:ext cx="3106737" cy="4197657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1A5AF8B2-DC91-F940-BD2E-8A3CBA5B98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2213" y="633413"/>
            <a:ext cx="3138487" cy="823912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0746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EF91EF-4CD2-DC4B-8BD0-A6568AB8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D5CA2B-8822-4243-A3FA-78AD86EF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73C015-E114-724E-88FD-BDBE4379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AE4F327-C122-3841-B2F5-662BCAB88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9676" y="457201"/>
            <a:ext cx="4592034" cy="353147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16CF935-F2D7-2E46-8D09-4C8E84CE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4142263"/>
            <a:ext cx="4592035" cy="162791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8F486C27-2652-9642-8E18-33FF00FEE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4583" y="457201"/>
            <a:ext cx="4592034" cy="353147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3BAA8089-6DED-2D41-B2CA-4DCB7F47C9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14583" y="4142262"/>
            <a:ext cx="4592035" cy="1627915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4136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2FF2D5-6226-8541-9727-75959836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53BC2F-D123-D94A-963D-8750C113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18D0A5-2F98-2741-B9A7-95D41220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51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25749C7-87B5-954B-9D69-9F44AFC1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1103E6-E8C6-D245-8D6A-E7232B20D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C7A8B0-F376-4F43-8AD4-E51550057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D4EE9-AD7C-5B44-A2DB-54A8AB07CC1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015FA-1FCB-144F-A03F-FCE95E75B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459D4B-E37A-4441-AC94-D5E7B2552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C130C-72B4-ED46-83D4-1E3B7CD7B9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825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274F99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6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29D72-BD70-C444-BF78-1D460093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APLICATIVO DE GESTIÓN DE INVENTARIOS PARA TIENDA MUNDO COCO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BA52F-9A0F-3544-A10A-D32817EB4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Cristian Camilo Diaz Ramírez</a:t>
            </a:r>
          </a:p>
          <a:p>
            <a:r>
              <a:rPr lang="es-CO" dirty="0"/>
              <a:t>Carlos Daniel Camacho Valencia</a:t>
            </a:r>
          </a:p>
        </p:txBody>
      </p:sp>
    </p:spTree>
    <p:extLst>
      <p:ext uri="{BB962C8B-B14F-4D97-AF65-F5344CB8AC3E}">
        <p14:creationId xmlns:p14="http://schemas.microsoft.com/office/powerpoint/2010/main" val="190121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AA367-A0CB-C24A-B940-C3122116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Planteamiento del Problema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A7269B-4DFA-1FD2-22D8-4810E1F05C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20" b="11846"/>
          <a:stretch>
            <a:fillRect/>
          </a:stretch>
        </p:blipFill>
        <p:spPr bwMode="auto">
          <a:xfrm>
            <a:off x="1730375" y="1618554"/>
            <a:ext cx="8718550" cy="408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62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F156-C34A-8641-B85B-A8F5E2F1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Pruebas del problema</a:t>
            </a:r>
          </a:p>
        </p:txBody>
      </p:sp>
      <p:pic>
        <p:nvPicPr>
          <p:cNvPr id="6" name="Marcador de contenido 5" descr="Un pizarrón con un texto en blanco&#10;&#10;El contenido generado por IA puede ser incorrecto.">
            <a:extLst>
              <a:ext uri="{FF2B5EF4-FFF2-40B4-BE49-F238E27FC236}">
                <a16:creationId xmlns:a16="http://schemas.microsoft.com/office/drawing/2014/main" id="{62370CEE-00AB-DB0F-32A9-AB463CF57B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18932" b="20879"/>
          <a:stretch>
            <a:fillRect/>
          </a:stretch>
        </p:blipFill>
        <p:spPr>
          <a:xfrm>
            <a:off x="1177048" y="1439694"/>
            <a:ext cx="3691690" cy="4464996"/>
          </a:xfrm>
        </p:spPr>
      </p:pic>
      <p:pic>
        <p:nvPicPr>
          <p:cNvPr id="8" name="Marcador de contenido 7" descr="Texto, Carta&#10;&#10;El contenido generado por IA puede ser incorrecto.">
            <a:extLst>
              <a:ext uri="{FF2B5EF4-FFF2-40B4-BE49-F238E27FC236}">
                <a16:creationId xmlns:a16="http://schemas.microsoft.com/office/drawing/2014/main" id="{498394A4-7966-1D65-E1EE-321CA2B9BA9F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rcRect l="3056" t="16869" b="43151"/>
          <a:stretch>
            <a:fillRect/>
          </a:stretch>
        </p:blipFill>
        <p:spPr>
          <a:xfrm>
            <a:off x="5424054" y="1772284"/>
            <a:ext cx="6025771" cy="3313432"/>
          </a:xfrm>
        </p:spPr>
      </p:pic>
    </p:spTree>
    <p:extLst>
      <p:ext uri="{BB962C8B-B14F-4D97-AF65-F5344CB8AC3E}">
        <p14:creationId xmlns:p14="http://schemas.microsoft.com/office/powerpoint/2010/main" val="221296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DB5472C-D063-CB45-A2D2-FFCD900E3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4800" y="3017044"/>
            <a:ext cx="3136900" cy="823912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</a:rPr>
              <a:t>Sistematización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14582-40E5-2F40-9DCB-F1C62E96B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3794" y="1529876"/>
            <a:ext cx="7181594" cy="3798247"/>
          </a:xfrm>
        </p:spPr>
        <p:txBody>
          <a:bodyPr>
            <a:normAutofit fontScale="92500"/>
          </a:bodyPr>
          <a:lstStyle/>
          <a:p>
            <a:r>
              <a:rPr lang="es-ES" dirty="0"/>
              <a:t>¿En qué medida la gestión manual del inventario inicial y final impacta la </a:t>
            </a:r>
            <a:r>
              <a:rPr lang="es-ES" b="1" dirty="0"/>
              <a:t>precisión del control de stock</a:t>
            </a:r>
            <a:r>
              <a:rPr lang="es-ES" dirty="0"/>
              <a:t> en MundoCoco?</a:t>
            </a:r>
            <a:endParaRPr lang="es-CO" dirty="0"/>
          </a:p>
          <a:p>
            <a:r>
              <a:rPr lang="es-ES" dirty="0"/>
              <a:t>¿Cómo afecta la falta de información en tiempo real en el </a:t>
            </a:r>
            <a:r>
              <a:rPr lang="es-ES" b="1" dirty="0"/>
              <a:t>número de ventas perdidas</a:t>
            </a:r>
            <a:r>
              <a:rPr lang="es-ES" dirty="0"/>
              <a:t> por agotamiento de productos? </a:t>
            </a:r>
          </a:p>
          <a:p>
            <a:r>
              <a:rPr lang="es-ES" dirty="0"/>
              <a:t>¿Qué efecto tienen los procesos manuales de cuadre de caja y registro de ventas en el </a:t>
            </a:r>
            <a:r>
              <a:rPr lang="es-ES" b="1" dirty="0"/>
              <a:t>tiempo promedio de cierre de jornada</a:t>
            </a:r>
            <a:r>
              <a:rPr lang="es-ES" dirty="0"/>
              <a:t> y en la </a:t>
            </a:r>
            <a:r>
              <a:rPr lang="es-ES" b="1" dirty="0"/>
              <a:t>exactitud del reporte financiero</a:t>
            </a:r>
            <a:r>
              <a:rPr lang="es-ES" dirty="0"/>
              <a:t>?</a:t>
            </a:r>
            <a:endParaRPr lang="es-CO" dirty="0"/>
          </a:p>
          <a:p>
            <a:r>
              <a:rPr lang="es-ES" dirty="0"/>
              <a:t>¿Cómo influye la ausencia de categorización de métodos de pago en la conciliación financiera y el análisis de ventas por canal (efectivo, transferencias bancarias, tarjetas)?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53638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F0A0-7324-A29B-F3F8-85424A1A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23F8F-0416-F9FB-A538-C14BB0AF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3B8DEE-C0B0-35D8-84DA-09D5AE4273E1}"/>
              </a:ext>
            </a:extLst>
          </p:cNvPr>
          <p:cNvSpPr txBox="1"/>
          <p:nvPr/>
        </p:nvSpPr>
        <p:spPr>
          <a:xfrm>
            <a:off x="520700" y="2136338"/>
            <a:ext cx="1143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desarrollo de un sistema web de gestión de inventarios para la tienda MundoCoco responde a una necesidad crítica identificada en sus procesos actuales</a:t>
            </a:r>
          </a:p>
          <a:p>
            <a:endParaRPr lang="es-ES" dirty="0"/>
          </a:p>
          <a:p>
            <a:r>
              <a:rPr lang="es-ES" dirty="0"/>
              <a:t>El proyecto tiene una aplicabilidad directa, ya que aborda problemas reales como quiebres de stock, acumulación de productos de baja rotación y falta de trazabilidad en entradas y salidas de mercancía</a:t>
            </a:r>
          </a:p>
          <a:p>
            <a:endParaRPr lang="es-ES" dirty="0"/>
          </a:p>
          <a:p>
            <a:r>
              <a:rPr lang="es-ES" dirty="0"/>
              <a:t>El proyecto es viable dentro del marco académico y operativo, dado que se cuenta con el recurso humano capacitado en desarrollo web, bases de datos y metodologías ágiles, así como con herramientas tecnológicas accesibles para su implementación.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5404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00A4B8-63B2-534A-A737-CDC3FEE2C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8933" y="2269331"/>
            <a:ext cx="7240861" cy="2319338"/>
          </a:xfrm>
        </p:spPr>
        <p:txBody>
          <a:bodyPr/>
          <a:lstStyle/>
          <a:p>
            <a:r>
              <a:rPr lang="es-ES" dirty="0"/>
              <a:t>Levantamiento de requerimientos: 2 semana</a:t>
            </a:r>
            <a:endParaRPr lang="es-CO" dirty="0"/>
          </a:p>
          <a:p>
            <a:r>
              <a:rPr lang="es-ES" dirty="0"/>
              <a:t>Diseñar y planear el software: 2 semanas</a:t>
            </a:r>
            <a:endParaRPr lang="es-CO" dirty="0"/>
          </a:p>
          <a:p>
            <a:r>
              <a:rPr lang="es-ES" dirty="0"/>
              <a:t>Desarrollar el software: 8 semanas</a:t>
            </a:r>
            <a:endParaRPr lang="es-CO" dirty="0"/>
          </a:p>
          <a:p>
            <a:r>
              <a:rPr lang="es-ES" dirty="0"/>
              <a:t>Prueba internas y correcciones del software: 2 semanas</a:t>
            </a:r>
            <a:endParaRPr lang="es-CO" dirty="0"/>
          </a:p>
          <a:p>
            <a:r>
              <a:rPr lang="es-ES" dirty="0"/>
              <a:t>Pruebas con el cliente: 4 semanas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0C62F0-13AF-6D4E-B47B-47ED10BB22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2213" y="3017044"/>
            <a:ext cx="3138487" cy="823912"/>
          </a:xfrm>
        </p:spPr>
        <p:txBody>
          <a:bodyPr/>
          <a:lstStyle/>
          <a:p>
            <a:r>
              <a:rPr lang="es-CO" dirty="0"/>
              <a:t>Resultados esperados en fechas</a:t>
            </a:r>
          </a:p>
        </p:txBody>
      </p:sp>
    </p:spTree>
    <p:extLst>
      <p:ext uri="{BB962C8B-B14F-4D97-AF65-F5344CB8AC3E}">
        <p14:creationId xmlns:p14="http://schemas.microsoft.com/office/powerpoint/2010/main" val="181305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481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8AC65517-07F4-8A47-8CB3-F7C6A85DCD7F}" vid="{D7DBD42E-34E5-C44C-9E6B-CD4CB066CEF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UNIAJC 2025</Template>
  <TotalTime>52</TotalTime>
  <Words>267</Words>
  <Application>Microsoft Office PowerPoint</Application>
  <PresentationFormat>Panorámica</PresentationFormat>
  <Paragraphs>22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APLICATIVO DE GESTIÓN DE INVENTARIOS PARA TIENDA MUNDO COCO </vt:lpstr>
      <vt:lpstr>Planteamiento del Problema</vt:lpstr>
      <vt:lpstr>Pruebas del problema</vt:lpstr>
      <vt:lpstr>Presentación de PowerPoint</vt:lpstr>
      <vt:lpstr>Justificación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CAMACHO VALENCIA CARLOS DANIEL</dc:creator>
  <cp:lastModifiedBy>CAMACHO VALENCIA CARLOS DANIEL</cp:lastModifiedBy>
  <cp:revision>1</cp:revision>
  <dcterms:created xsi:type="dcterms:W3CDTF">2025-11-10T22:38:00Z</dcterms:created>
  <dcterms:modified xsi:type="dcterms:W3CDTF">2025-11-10T23:50:33Z</dcterms:modified>
</cp:coreProperties>
</file>